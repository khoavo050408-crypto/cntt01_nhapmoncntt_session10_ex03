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ướng dẫn shipper" id="{fc6b480d-84de-253b-0678-10551e018d9b}">
          <p14:sldIdLst>
            <p14:sldId id="256"/>
            <p14:sldId id="257"/>
            <p14:sldId id="258"/>
            <p14:sldId id="259"/>
          </p14:sldIdLst>
        </p14:section>
        <p14:section name="KPI" id="{7c56e500-0469-9ffb-aae0-8fc3d3658273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Giao đúng hạn (%)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Tuần 1</c:v>
                  </c:pt>
                  <c:pt idx="1">
                    <c:v>Tuần 2</c:v>
                  </c:pt>
                  <c:pt idx="2">
                    <c:v>Tuần 3</c:v>
                  </c:pt>
                  <c:pt idx="3">
                    <c:v>Tuần 4</c:v>
                  </c:pt>
                  <c:pt idx="4">
                    <c:v>Tuần 5</c:v>
                  </c:pt>
                  <c:pt idx="5">
                    <c:v>Tuần 6</c:v>
                  </c:pt>
                  <c:pt idx="6">
                    <c:v>Tuần 7</c:v>
                  </c:pt>
                  <c:pt idx="7">
                    <c:v>Tuần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84</c:v>
                </c:pt>
                <c:pt idx="2">
                  <c:v>86</c:v>
                </c:pt>
                <c:pt idx="3">
                  <c:v>91</c:v>
                </c:pt>
                <c:pt idx="4">
                  <c:v>93</c:v>
                </c:pt>
                <c:pt idx="5">
                  <c:v>94</c:v>
                </c:pt>
                <c:pt idx="6">
                  <c:v>95</c:v>
                </c:pt>
                <c:pt idx="7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Mục tiêu 90%</c:v>
                </c:pt>
              </c:strCache>
            </c:strRef>
          </c:tx>
          <c:spPr>
            <a:solidFill>
              <a:srgbClr val="333333"/>
            </a:solidFill>
            <a:ln w="25400" cap="flat">
              <a:solidFill>
                <a:srgbClr val="333333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Tuần 1</c:v>
                  </c:pt>
                  <c:pt idx="1">
                    <c:v>Tuần 2</c:v>
                  </c:pt>
                  <c:pt idx="2">
                    <c:v>Tuần 3</c:v>
                  </c:pt>
                  <c:pt idx="3">
                    <c:v>Tuần 4</c:v>
                  </c:pt>
                  <c:pt idx="4">
                    <c:v>Tuần 5</c:v>
                  </c:pt>
                  <c:pt idx="5">
                    <c:v>Tuần 6</c:v>
                  </c:pt>
                  <c:pt idx="6">
                    <c:v>Tuần 7</c:v>
                  </c:pt>
                  <c:pt idx="7">
                    <c:v>Tuần 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F63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Nhận đơn FastMove chỉ mất 3 bước, dưới 30 giây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Hướng dẫn dành cho shipper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Nhận một đơn chỉ mất 3 bước, dưới 30 giây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Num 1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Step 1"/>
          <p:cNvSpPr txBox="1"/>
          <p:nvPr/>
        </p:nvSpPr>
        <p:spPr>
          <a:xfrm>
            <a:off x="82296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Mở app, bấm “Nhận đơn”</a:t>
            </a:r>
            <a:endParaRPr lang="en-US" sz="2000" dirty="0"/>
          </a:p>
        </p:txBody>
      </p:sp>
      <p:sp>
        <p:nvSpPr>
          <p:cNvPr id="7" name="Card 2"/>
          <p:cNvSpPr/>
          <p:nvPr/>
        </p:nvSpPr>
        <p:spPr>
          <a:xfrm>
            <a:off x="338328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8" name="Num 2"/>
          <p:cNvSpPr/>
          <p:nvPr/>
        </p:nvSpPr>
        <p:spPr>
          <a:xfrm>
            <a:off x="365760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Step 2"/>
          <p:cNvSpPr txBox="1"/>
          <p:nvPr/>
        </p:nvSpPr>
        <p:spPr>
          <a:xfrm>
            <a:off x="365760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Quét mã vận đơn</a:t>
            </a:r>
            <a:endParaRPr lang="en-US" sz="2000" dirty="0"/>
          </a:p>
        </p:txBody>
      </p:sp>
      <p:sp>
        <p:nvSpPr>
          <p:cNvPr id="11" name="Card 3"/>
          <p:cNvSpPr/>
          <p:nvPr/>
        </p:nvSpPr>
        <p:spPr>
          <a:xfrm>
            <a:off x="621792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Num 3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Step 3"/>
          <p:cNvSpPr txBox="1"/>
          <p:nvPr/>
        </p:nvSpPr>
        <p:spPr>
          <a:xfrm>
            <a:off x="64922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Xác nhận khối lượng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Quét mã trước khi lấy hàng để không bao giờ sai đơn</a:t>
            </a:r>
            <a:endParaRPr lang="en-US" sz="32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Quét từng kiện hàng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Mã xanh là đúng đơn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Mã đỏ: dừng và báo kho</a:t>
            </a:r>
            <a:endParaRPr lang="en-US" sz="2200" dirty="0"/>
          </a:p>
        </p:txBody>
      </p:sp>
      <p:sp>
        <p:nvSpPr>
          <p:cNvPr id="4" name="Signal 1"/>
          <p:cNvSpPr/>
          <p:nvPr/>
        </p:nvSpPr>
        <p:spPr>
          <a:xfrm>
            <a:off x="5669280" y="1737360"/>
            <a:ext cx="292608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0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Mã xanh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Đúng đơn, lấy hàng</a:t>
            </a:r>
            <a:endParaRPr lang="en-US" sz="2200" dirty="0"/>
          </a:p>
        </p:txBody>
      </p:sp>
      <p:sp>
        <p:nvSpPr>
          <p:cNvPr id="6" name="Signal 2"/>
          <p:cNvSpPr/>
          <p:nvPr/>
        </p:nvSpPr>
        <p:spPr>
          <a:xfrm>
            <a:off x="5669280" y="3108960"/>
            <a:ext cx="292608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0" y="31089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Mã đỏ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Dừng lại, báo kho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Chụp ảnh khi giao để tự bảo vệ mình khi khiếu nại</a:t>
            </a:r>
            <a:endParaRPr lang="en-US" sz="32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Chụp hàng và địa chỉ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Chụp lúc khách ký nhận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Ảnh tự lưu trên app</a:t>
            </a:r>
            <a:endParaRPr lang="en-US" sz="2200" dirty="0"/>
          </a:p>
        </p:txBody>
      </p:sp>
      <p:sp>
        <p:nvSpPr>
          <p:cNvPr id="4" name="Callout"/>
          <p:cNvSpPr/>
          <p:nvPr/>
        </p:nvSpPr>
        <p:spPr>
          <a:xfrm>
            <a:off x="5669280" y="1737360"/>
            <a:ext cx="2926080" cy="2651760"/>
          </a:xfrm>
          <a:prstGeom prst="roundRect">
            <a:avLst>
              <a:gd name="adj" fmla="val 4138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0" y="173736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Có ảnh</a:t>
            </a:r>
            <a:endParaRPr lang="en-US" sz="32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là có bằng chứng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Giao đúng hạn vượt mục tiêu 90% từ tuần 4, sau khi tự động hóa giá cước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8046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Số liệu minh họa – thay bằng KPI thật của FastMove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Move">
  <a:themeElements>
    <a:clrScheme name="FastMove">
      <a:dk1>
        <a:srgbClr val="222222"/>
      </a:dk1>
      <a:lt1>
        <a:srgbClr val="FFFFFF"/>
      </a:lt1>
      <a:dk2>
        <a:srgbClr val="333333"/>
      </a:dk2>
      <a:lt2>
        <a:srgbClr val="F4F4F4"/>
      </a:lt2>
      <a:accent1>
        <a:srgbClr val="FF6A00"/>
      </a:accent1>
      <a:accent2>
        <a:srgbClr val="BDBDBD"/>
      </a:accent2>
      <a:accent3>
        <a:srgbClr val="2E9E5B"/>
      </a:accent3>
      <a:accent4>
        <a:srgbClr val="D93025"/>
      </a:accent4>
      <a:accent5>
        <a:srgbClr val="FFA45C"/>
      </a:accent5>
      <a:accent6>
        <a:srgbClr val="5F6368"/>
      </a:accent6>
      <a:hlink>
        <a:srgbClr val="FF6A00"/>
      </a:hlink>
      <a:folHlink>
        <a:srgbClr val="5F6368"/>
      </a:folHlink>
    </a:clrScheme>
    <a:fontScheme name="FastMo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FastMove – Hướng dẫn shipper nhận đơn</dc:title>
  <dc:subject>PptxGenJS Presentation</dc:subject>
  <dc:creator>PptxGenJS</dc:creator>
  <cp:lastModifiedBy>PptxGenJS</cp:lastModifiedBy>
  <cp:revision>1</cp:revision>
  <dcterms:created xsi:type="dcterms:W3CDTF">2026-10-26T11:13:49Z</dcterms:created>
  <dcterms:modified xsi:type="dcterms:W3CDTF">2026-10-26T11:13:49Z</dcterms:modified>
</cp:coreProperties>
</file>